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4"/>
  </p:sldMasterIdLst>
  <p:notesMasterIdLst>
    <p:notesMasterId r:id="rId18"/>
  </p:notesMasterIdLst>
  <p:handoutMasterIdLst>
    <p:handoutMasterId r:id="rId19"/>
  </p:handoutMasterIdLst>
  <p:sldIdLst>
    <p:sldId id="261" r:id="rId5"/>
    <p:sldId id="271" r:id="rId6"/>
    <p:sldId id="276" r:id="rId7"/>
    <p:sldId id="277" r:id="rId8"/>
    <p:sldId id="278" r:id="rId9"/>
    <p:sldId id="281" r:id="rId10"/>
    <p:sldId id="283" r:id="rId11"/>
    <p:sldId id="308" r:id="rId12"/>
    <p:sldId id="309" r:id="rId13"/>
    <p:sldId id="310" r:id="rId14"/>
    <p:sldId id="311" r:id="rId15"/>
    <p:sldId id="312" r:id="rId16"/>
    <p:sldId id="30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1/18/2026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1/18/2026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3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20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76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05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1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6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02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56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24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676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US" sz="4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Gujarat Technological University</a:t>
            </a:r>
          </a:p>
          <a:p>
            <a:pPr lvl="0" algn="ctr"/>
            <a:endParaRPr lang="en-US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NEW L. J. INSTITUTE OF ENGINEERING AND TECHNOLOGY</a:t>
            </a:r>
            <a:endParaRPr lang="en-IN" sz="3200" dirty="0">
              <a:effectLst/>
              <a:latin typeface="Times New Roman" panose="02020603050405020304" pitchFamily="18" charset="0"/>
              <a:ea typeface="Batang" panose="020B0503020000020004" pitchFamily="18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7920" y="3584452"/>
            <a:ext cx="99381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M R 17"/>
              </a:rPr>
              <a:t>Project Name</a:t>
            </a:r>
            <a:endParaRPr lang="en-IN" sz="4400" dirty="0">
              <a:solidFill>
                <a:srgbClr val="002060"/>
              </a:solidFill>
              <a:effectLst/>
              <a:latin typeface="CM R 17"/>
              <a:ea typeface="Times New Roman" panose="02020603050405020304" pitchFamily="18" charset="0"/>
              <a:cs typeface="CM R 1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885045"/>
            <a:ext cx="38250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HOD NAME: 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AAAAAAAAA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CSE(AIML)&amp;IT, 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LJIET.</a:t>
            </a:r>
          </a:p>
        </p:txBody>
      </p:sp>
      <p:sp>
        <p:nvSpPr>
          <p:cNvPr id="2" name="Rectangle 1"/>
          <p:cNvSpPr/>
          <p:nvPr/>
        </p:nvSpPr>
        <p:spPr>
          <a:xfrm>
            <a:off x="2" y="6424720"/>
            <a:ext cx="12191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Batang"/>
              </a:rPr>
              <a:t>SEMESTER:                                                  					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A9BD2-1F6D-F707-6A0F-77BCC4BD5D88}"/>
              </a:ext>
            </a:extLst>
          </p:cNvPr>
          <p:cNvSpPr txBox="1"/>
          <p:nvPr/>
        </p:nvSpPr>
        <p:spPr>
          <a:xfrm>
            <a:off x="3" y="2274369"/>
            <a:ext cx="12191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CSE(AIML), CSE OR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57DFD-2E66-2ACF-16AF-2B39B57AFDBC}"/>
              </a:ext>
            </a:extLst>
          </p:cNvPr>
          <p:cNvSpPr txBox="1"/>
          <p:nvPr/>
        </p:nvSpPr>
        <p:spPr>
          <a:xfrm>
            <a:off x="13023" y="2755373"/>
            <a:ext cx="12191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– 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2C9C46-3607-33BE-6495-46BF710E5D5E}"/>
              </a:ext>
            </a:extLst>
          </p:cNvPr>
          <p:cNvSpPr txBox="1"/>
          <p:nvPr/>
        </p:nvSpPr>
        <p:spPr>
          <a:xfrm>
            <a:off x="13011" y="3213879"/>
            <a:ext cx="12192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 (CODE NUMBER)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2AA52D-9E2E-871D-2C45-E6EEF727524C}"/>
              </a:ext>
            </a:extLst>
          </p:cNvPr>
          <p:cNvSpPr/>
          <p:nvPr/>
        </p:nvSpPr>
        <p:spPr>
          <a:xfrm>
            <a:off x="8214576" y="4585857"/>
            <a:ext cx="38250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BY,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AAAAAAAAAA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NUMBER: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9999999999999999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97612D-A4C6-D4A1-DE92-30D90DF3F867}"/>
              </a:ext>
            </a:extLst>
          </p:cNvPr>
          <p:cNvSpPr/>
          <p:nvPr/>
        </p:nvSpPr>
        <p:spPr>
          <a:xfrm>
            <a:off x="4107288" y="4893634"/>
            <a:ext cx="38250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AAAAAAAA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B8B4B4-2CE6-529C-BFB1-947BA658E1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4" b="11188"/>
          <a:stretch/>
        </p:blipFill>
        <p:spPr bwMode="auto">
          <a:xfrm>
            <a:off x="10168068" y="88620"/>
            <a:ext cx="1816100" cy="15049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395968-01F0-9734-73FF-FE74115AC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5" y="5926"/>
            <a:ext cx="1704189" cy="172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4431" y="745134"/>
            <a:ext cx="10047310" cy="56271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4432" y="1757680"/>
            <a:ext cx="10047310" cy="456184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IN EXISTING SYSTEM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REQUIREMENTS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	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 AND BACK END OF SYSTEM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DATA DICTIONARY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SNAPSHOT OF WEBSITE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FUTURE ENHANCEMENT 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4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11231"/>
            <a:ext cx="10031505" cy="562712"/>
          </a:xfrm>
        </p:spPr>
        <p:txBody>
          <a:bodyPr>
            <a:noAutofit/>
          </a:bodyPr>
          <a:lstStyle/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7794"/>
            <a:ext cx="10031505" cy="44054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24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Size : 20</a:t>
            </a:r>
          </a:p>
        </p:txBody>
      </p:sp>
    </p:spTree>
    <p:extLst>
      <p:ext uri="{BB962C8B-B14F-4D97-AF65-F5344CB8AC3E}">
        <p14:creationId xmlns:p14="http://schemas.microsoft.com/office/powerpoint/2010/main" val="54012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0237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PROBLEMS IN EXISTING SYSTEM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0236" y="1893433"/>
            <a:ext cx="9977718" cy="437029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6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83341" y="624110"/>
            <a:ext cx="10192871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PURPOSE OF THE PROJECT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83342" y="1925531"/>
            <a:ext cx="9977718" cy="39738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38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0237" y="624110"/>
            <a:ext cx="9950823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FUNCTION REQUIREMENTS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0236" y="1909481"/>
            <a:ext cx="9950824" cy="424927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44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SYSTEM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5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SYSTEM REQUIREMENTS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38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FRONT END AND BACK END OF SYSTEM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0699-230A-A671-E181-48A3D5F7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E6CFF9D-AB11-541C-A15B-3EDB0641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8. DATA DICTIONARY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B35B715-317F-3A42-2174-0CD7D0EF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5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B872-D183-378D-3C2D-AF9D696D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C41D6EE-7256-1BCF-827A-3CAB51C0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9. SNAPSHOT OF WEBSITE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7332E58-BFE8-A242-B5D8-2A129FAF2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37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B483-3AEA-502A-310C-578E7345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AEC2F49-DF94-10F0-27DA-ACD81EB5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10. FUTURE ENHANCEMENT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BD77A8A-B252-0513-6B71-56F38B8D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72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y thank you to someone at Companies House - GOV.U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680" y="2247495"/>
            <a:ext cx="5115672" cy="34104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4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4873beb7-5857-4685-be1f-d57550cc96cc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900</TotalTime>
  <Words>160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Calibri Light</vt:lpstr>
      <vt:lpstr>CM R 17</vt:lpstr>
      <vt:lpstr>Euphemia</vt:lpstr>
      <vt:lpstr>Times New Roman</vt:lpstr>
      <vt:lpstr>Wingdings</vt:lpstr>
      <vt:lpstr>Retrospect</vt:lpstr>
      <vt:lpstr>PowerPoint Presentation</vt:lpstr>
      <vt:lpstr>Outline</vt:lpstr>
      <vt:lpstr>ABSTRACT </vt:lpstr>
      <vt:lpstr>2. PROBLEMS IN EXISTING SYSTEM</vt:lpstr>
      <vt:lpstr>3. PURPOSE OF THE PROJECT</vt:lpstr>
      <vt:lpstr>4. FUNCTION REQUIREMENTS</vt:lpstr>
      <vt:lpstr>5. SYSTEM MODULES </vt:lpstr>
      <vt:lpstr>6. SYSTEM REQUIREMENTS</vt:lpstr>
      <vt:lpstr>7. FRONT END AND BACK END OF SYSTEM </vt:lpstr>
      <vt:lpstr>8. DATA DICTIONARY </vt:lpstr>
      <vt:lpstr>9. SNAPSHOT OF WEBSITE</vt:lpstr>
      <vt:lpstr>10. FUTURE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Bhaumik Gelani</cp:lastModifiedBy>
  <cp:revision>72</cp:revision>
  <dcterms:created xsi:type="dcterms:W3CDTF">2021-06-09T16:25:43Z</dcterms:created>
  <dcterms:modified xsi:type="dcterms:W3CDTF">2026-01-18T08:57:38Z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